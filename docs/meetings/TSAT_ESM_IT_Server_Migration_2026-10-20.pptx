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ESM ตอนนี้เป็นเว็บแอปที่อยู่บนคลาวด์ 2 เจ้า หน้าเว็บอยู่ Render ฐานข้อมูลกับหลังบ้านอยู่ Supabase (PostgreSQL บนคลาวด์) อยากย้ายเข้าเซิร์ฟเวอร์บริษัท วันนี้ขอให้ไอทีช่วยเลือกวิธี และบอกว่าต้องเตรียมอะไร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ชี้ทีละกล่อง: คนเปิดหน้าเว็บ หน้าเว็บคุยกับ Supabase ซึ่งมีฐานข้อมูล 2 ก้อน + ล็อกอิน + realtime + หลังบ้าน 24 ตัว + ที่เก็บไฟล์ ด้านซ้ายล่างคือสิ่งที่ระบบต้องออกไปคุยข้างนอก ตัวเลขขนาดวัดไว้ 12 ต.ค. โค้ดทั้งหมดอยู่บน GitHub มีประวัติทุกการแก้ (migration 622 ไฟล์)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เสนอ A เพราะโค้ดแทบไม่ต้องแก้ แค่เปลี่ยนที่อยู่ของเซิร์ฟเวอร์ แต่ภาระอยู่ที่ไอที: ดูแล Docker ทำ backup อัปเดต ทำใบรับรอง SSL  B คือถ้าไอทียังไม่พร้อม ให้บริษัทถือบัญชีคลาวด์ไว้ก่อน  C ไม่แนะนำ เพราะต้องเขียนส่วนล็อกอิน realtime หลังบ้านใหม่ทั้งหมด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 4 กล่อง: เครื่อง, ต้องออกเน็ตไปไหน, ต้องมีอะไรเข้ามาจากข้างนอก, งานดูแลต่อเนื่อง กล่องส้มคือเรื่องความปลอดภัย พูดตรงๆ ว่ามีจุดอ่อนที่รู้อยู่ ไอทีจะถามเรื่องนี้แน่นอน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อ่านคำถามทีละข้อ จดคำตอบ ข้อ 2 สำคัญที่สุด เพราะกำหนดเรื่อง firewall และ SSL ทั้งหมด ปิดด้วยขั้นต่อไป และย้ำว่าไม่ย้ายก่อน roadshow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56032"/>
            <a:ext cx="1143000" cy="1143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517904"/>
            <a:ext cx="11091672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750" b="1" i="0">
                <a:solidFill>
                  <a:srgbClr val="068734"/>
                </a:solidFill>
                <a:latin typeface="Tahoma"/>
              </a:rPr>
              <a:t>ย้ายระบบ ESM เข้าเซิร์ฟเวอร์บริษัท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11091672" cy="3291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D95323"/>
                </a:solidFill>
                <a:latin typeface="Tahoma"/>
              </a:rPr>
              <a:t>ระบบตอนนี้เป็นอย่างไร · มีทางเลือกอะไร · ต้องเตรียมอะไร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670048"/>
            <a:ext cx="8531352" cy="8686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068734"/>
                </a:solidFill>
                <a:latin typeface="Tahoma"/>
              </a:rPr>
              <a:t>ประชุมร่วมทีมไอที · 20 ตุลาคม 2569 · 15:00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068734"/>
                </a:solidFill>
                <a:latin typeface="Tahoma"/>
              </a:rPr>
              <a:t>TSAT · 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3959352"/>
            <a:ext cx="578815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1">
                <a:solidFill>
                  <a:srgbClr val="068734"/>
                </a:solidFill>
                <a:latin typeface="Tahoma"/>
              </a:rPr>
              <a:t>คำประกาศคุณภาพของฉัน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4434840"/>
            <a:ext cx="834847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068734"/>
                </a:solidFill>
                <a:latin typeface="Tahoma"/>
              </a:rPr>
              <a:t>“I will not accept, produce and deliver non-quality work”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4846320"/>
            <a:ext cx="834847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068734"/>
                </a:solidFill>
                <a:latin typeface="Tahoma"/>
              </a:rPr>
              <a:t>“ผมจะไม่รับ, ไม่ทำและไม่ส่งมอบงานที่ไม่มีคุณภาพ”</a:t>
            </a:r>
          </a:p>
        </p:txBody>
      </p:sp>
      <p:pic>
        <p:nvPicPr>
          <p:cNvPr id="9" name="Picture 8" descr="title_a.jpg"/>
          <p:cNvPicPr>
            <a:picLocks noChangeAspect="1"/>
          </p:cNvPicPr>
          <p:nvPr/>
        </p:nvPicPr>
        <p:blipFill>
          <a:blip r:embed="rId3"/>
          <a:srcRect l="118" r="118"/>
          <a:stretch>
            <a:fillRect/>
          </a:stretch>
        </p:blipFill>
        <p:spPr>
          <a:xfrm>
            <a:off x="4434840" y="5577840"/>
            <a:ext cx="1920240" cy="1161288"/>
          </a:xfrm>
          <a:prstGeom prst="rect">
            <a:avLst/>
          </a:prstGeom>
        </p:spPr>
      </p:pic>
      <p:pic>
        <p:nvPicPr>
          <p:cNvPr id="10" name="Picture 9" descr="title_b.jpg"/>
          <p:cNvPicPr>
            <a:picLocks noChangeAspect="1"/>
          </p:cNvPicPr>
          <p:nvPr/>
        </p:nvPicPr>
        <p:blipFill>
          <a:blip r:embed="rId4"/>
          <a:srcRect l="4710" r="4710"/>
          <a:stretch>
            <a:fillRect/>
          </a:stretch>
        </p:blipFill>
        <p:spPr>
          <a:xfrm>
            <a:off x="6473952" y="5577840"/>
            <a:ext cx="1856231" cy="1152144"/>
          </a:xfrm>
          <a:prstGeom prst="rect">
            <a:avLst/>
          </a:prstGeom>
        </p:spPr>
      </p:pic>
      <p:pic>
        <p:nvPicPr>
          <p:cNvPr id="11" name="Picture 10" descr="title_c.jpg"/>
          <p:cNvPicPr>
            <a:picLocks noChangeAspect="1"/>
          </p:cNvPicPr>
          <p:nvPr/>
        </p:nvPicPr>
        <p:blipFill>
          <a:blip r:embed="rId5"/>
          <a:srcRect l="15297" r="15297"/>
          <a:stretch>
            <a:fillRect/>
          </a:stretch>
        </p:blipFill>
        <p:spPr>
          <a:xfrm>
            <a:off x="8439912" y="5550408"/>
            <a:ext cx="1847088" cy="1188720"/>
          </a:xfrm>
          <a:prstGeom prst="rect">
            <a:avLst/>
          </a:prstGeom>
        </p:spPr>
      </p:pic>
      <p:pic>
        <p:nvPicPr>
          <p:cNvPr id="12" name="Picture 11" descr="title_d.jpg"/>
          <p:cNvPicPr>
            <a:picLocks noChangeAspect="1"/>
          </p:cNvPicPr>
          <p:nvPr/>
        </p:nvPicPr>
        <p:blipFill>
          <a:blip r:embed="rId6"/>
          <a:srcRect t="8086" b="8086"/>
          <a:stretch>
            <a:fillRect/>
          </a:stretch>
        </p:blipFill>
        <p:spPr>
          <a:xfrm>
            <a:off x="10405872" y="5577840"/>
            <a:ext cx="1847088" cy="11612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ระบบ ESM ตอนนี้ประกอบด้วยอะไร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ภาษาหน้างาน = บรรทัดบน · คำที่ไอทีใช้ = บรรทัดล่าง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37360"/>
            <a:ext cx="2103120" cy="1188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10512"/>
            <a:ext cx="1920239" cy="10424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D3D14"/>
                </a:solidFill>
                <a:latin typeface="Tahoma"/>
              </a:rPr>
              <a:t>ผู้ใช้ ~70 คน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PC · มือถือ · จอ TV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54680" y="1737360"/>
            <a:ext cx="2560320" cy="1188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810512"/>
            <a:ext cx="2377439" cy="10424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D3D14"/>
                </a:solidFill>
                <a:latin typeface="Tahoma"/>
              </a:rPr>
              <a:t>หน้าเว็บ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Static site (React + Vite)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อยู่บน Render.com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508760"/>
            <a:ext cx="5486400" cy="3429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554480"/>
            <a:ext cx="521208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68734"/>
                </a:solidFill>
                <a:latin typeface="Tahoma"/>
              </a:rPr>
              <a:t>Supabase (คลาวด์) — 2 project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1965960"/>
            <a:ext cx="251460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59" y="2039112"/>
            <a:ext cx="2331720" cy="9966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D3D14"/>
                </a:solidFill>
                <a:latin typeface="Tahoma"/>
              </a:rPr>
              <a:t>ฐานข้อมูล Main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PostgreSQL · 277 MB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คน · สิทธิ์ · 4M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8280" y="1965960"/>
            <a:ext cx="251460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89719" y="2039112"/>
            <a:ext cx="2331720" cy="9966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D3D14"/>
                </a:solidFill>
                <a:latin typeface="Tahoma"/>
              </a:rPr>
              <a:t>ฐานข้อมูล DR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PostgreSQL · 198 MB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ยอดผลิต · เครื่องหยุด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3246120"/>
            <a:ext cx="251460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246120"/>
            <a:ext cx="251460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ล็อกอิน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Auth (JWT)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98280" y="3246120"/>
            <a:ext cx="251460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3246120"/>
            <a:ext cx="251460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จอขยับเอง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Realtime (WebSocket)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46520" y="4069080"/>
            <a:ext cx="251460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069080"/>
            <a:ext cx="251460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หลังบ้าน 24 ตัว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Edge Functions (Deno)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4069080"/>
            <a:ext cx="251460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98280" y="4069080"/>
            <a:ext cx="251460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ไฟล์/รูป 212 MB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Object storage (S3)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560320" y="2331720"/>
            <a:ext cx="594360" cy="0"/>
          </a:xfrm>
          <a:prstGeom prst="line">
            <a:avLst/>
          </a:prstGeom>
          <a:ln w="25400">
            <a:solidFill>
              <a:srgbClr val="06873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715000" y="2331720"/>
            <a:ext cx="731520" cy="182880"/>
          </a:xfrm>
          <a:prstGeom prst="line">
            <a:avLst/>
          </a:prstGeom>
          <a:ln w="25400">
            <a:solidFill>
              <a:srgbClr val="06873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" y="3246120"/>
            <a:ext cx="55778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D95323"/>
                </a:solidFill>
                <a:latin typeface="Tahoma"/>
              </a:rPr>
              <a:t>ระบบต้องคุยกับภายนอก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767328"/>
            <a:ext cx="109728" cy="237744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3657600"/>
            <a:ext cx="539496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Telegram  </a:t>
            </a:r>
            <a:r>
              <a:rPr sz="1300" b="0" i="0">
                <a:solidFill>
                  <a:srgbClr val="555555"/>
                </a:solidFill>
                <a:latin typeface="Tahoma"/>
              </a:rPr>
              <a:t>ส่งแจ้งเตือน + รับข้อความตอบ (webhook เข้า)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224528"/>
            <a:ext cx="109728" cy="237744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114800"/>
            <a:ext cx="539496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Push มือถือ  </a:t>
            </a:r>
            <a:r>
              <a:rPr sz="1300" b="0" i="0">
                <a:solidFill>
                  <a:srgbClr val="555555"/>
                </a:solidFill>
                <a:latin typeface="Tahoma"/>
              </a:rPr>
              <a:t>ผ่าน push service ของ Google / Apple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681728"/>
            <a:ext cx="109728" cy="237744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572000"/>
            <a:ext cx="539496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ไฟล์ EDI ลูกค้า  </a:t>
            </a:r>
            <a:r>
              <a:rPr sz="1300" b="0" i="0">
                <a:solidFill>
                  <a:srgbClr val="555555"/>
                </a:solidFill>
                <a:latin typeface="Tahoma"/>
              </a:rPr>
              <a:t>สคริปต์ดึงจาก Outlook ส่งเข้าระบบ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138928"/>
            <a:ext cx="109728" cy="237744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029200"/>
            <a:ext cx="539496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งานตามเวลา  </a:t>
            </a:r>
            <a:r>
              <a:rPr sz="1300" b="0" i="0">
                <a:solidFill>
                  <a:srgbClr val="555555"/>
                </a:solidFill>
                <a:latin typeface="Tahoma"/>
              </a:rPr>
              <a:t>pg_cron 12 งาน + pg_net ยิงหาหลังบ้าน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623560"/>
            <a:ext cx="11292840" cy="548640"/>
          </a:xfrm>
          <a:prstGeom prst="round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ข้อมูลรวมไม่ถึง 1 GB · ผู้ใช้ราว 70 คน  ·  </a:t>
            </a:r>
            <a:r>
              <a:rPr sz="1500" b="1" i="0">
                <a:solidFill>
                  <a:srgbClr val="FFFFFF"/>
                </a:solidFill>
                <a:latin typeface="Tahoma"/>
              </a:rPr>
              <a:t>ระบบเล็ก ไม่ต้องใช้เครื่องแรง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ทางเลือกการย้าย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ขอให้ไอทีช่วยตัดสิน — ฝั่งผู้ใช้เสนอ A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00200"/>
            <a:ext cx="3657600" cy="41605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5323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731520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D95323"/>
                </a:solidFill>
                <a:latin typeface="Tahoma"/>
              </a:rPr>
              <a:t>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1828800"/>
            <a:ext cx="1143000" cy="365760"/>
          </a:xfrm>
          <a:prstGeom prst="round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1828800"/>
            <a:ext cx="114300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Tahoma"/>
              </a:rPr>
              <a:t>ข้อเสนอ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23160"/>
            <a:ext cx="3200400" cy="10058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D3D14"/>
                </a:solidFill>
                <a:latin typeface="Tahoma"/>
              </a:rPr>
              <a:t>ติดตั้ง Supabase บนเซิร์ฟเวอร์บริษัท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self-host ด้วย Docker + nginx เสิร์ฟหน้าเว็บ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474720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แก้โค้ด: </a:t>
            </a:r>
            <a:r>
              <a:rPr sz="1300" b="0" i="0">
                <a:solidFill>
                  <a:srgbClr val="0D3D14"/>
                </a:solidFill>
                <a:latin typeface="Tahoma"/>
              </a:rPr>
              <a:t>แทบไม่แก้ — เปลี่ยน URL / key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86200"/>
            <a:ext cx="3200400" cy="8686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068734"/>
                </a:solidFill>
                <a:latin typeface="Tahoma"/>
              </a:rPr>
              <a:t>ข้อดี: ใกล้ของเดิมที่สุด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068734"/>
                </a:solidFill>
                <a:latin typeface="Tahoma"/>
              </a:rPr>
              <a:t>ข้อดี: ข้อมูลอยู่ในบ้าน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754880"/>
            <a:ext cx="3200400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D95323"/>
                </a:solidFill>
                <a:latin typeface="Tahoma"/>
              </a:rPr>
              <a:t>ข้อเสีย: ไอทีดูแล Docker เอง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D95323"/>
                </a:solidFill>
                <a:latin typeface="Tahoma"/>
              </a:rPr>
              <a:t>ข้อเสีย: backup · อัปเดต · SSL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1600200"/>
            <a:ext cx="3657600" cy="4160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737360"/>
            <a:ext cx="731520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068734"/>
                </a:solidFill>
                <a:latin typeface="Tahoma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423160"/>
            <a:ext cx="3200400" cy="10058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D3D14"/>
                </a:solidFill>
                <a:latin typeface="Tahoma"/>
              </a:rPr>
              <a:t>คงคลาวด์ ให้ไอทีคุมบัญชี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โอนบัญชีเป็นของบริษัท · จ่ายแพ็กเกจ Pro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474720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แก้โค้ด: </a:t>
            </a:r>
            <a:r>
              <a:rPr sz="1300" b="0" i="0">
                <a:solidFill>
                  <a:srgbClr val="0D3D14"/>
                </a:solidFill>
                <a:latin typeface="Tahoma"/>
              </a:rPr>
              <a:t>ไม่ต้องแก้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886200"/>
            <a:ext cx="3200400" cy="8686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068734"/>
                </a:solidFill>
                <a:latin typeface="Tahoma"/>
              </a:rPr>
              <a:t>ข้อดี: เร็วที่สุด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068734"/>
                </a:solidFill>
                <a:latin typeface="Tahoma"/>
              </a:rPr>
              <a:t>ข้อดี: Supabase ทำ backup ให้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754880"/>
            <a:ext cx="3200400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D95323"/>
                </a:solidFill>
                <a:latin typeface="Tahoma"/>
              </a:rPr>
              <a:t>ข้อเสีย: ข้อมูลยังอยู่นอกบริษัท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D95323"/>
                </a:solidFill>
                <a:latin typeface="Tahoma"/>
              </a:rPr>
              <a:t>ข้อเสีย: มีค่ารายเดือน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600200"/>
            <a:ext cx="3657600" cy="4160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1737360"/>
            <a:ext cx="731520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068734"/>
                </a:solidFill>
                <a:latin typeface="Tahoma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423160"/>
            <a:ext cx="3200400" cy="10058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D3D14"/>
                </a:solidFill>
                <a:latin typeface="Tahoma"/>
              </a:rPr>
              <a:t>เขียนใหม่ลงฐานข้อมูลที่บริษัทใช้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เช่น SQL Server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3474720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แก้โค้ด: </a:t>
            </a:r>
            <a:r>
              <a:rPr sz="1300" b="0" i="0">
                <a:solidFill>
                  <a:srgbClr val="0D3D14"/>
                </a:solidFill>
                <a:latin typeface="Tahoma"/>
              </a:rPr>
              <a:t>แก้หนักมาก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3886200"/>
            <a:ext cx="3200400" cy="8686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068734"/>
                </a:solidFill>
                <a:latin typeface="Tahoma"/>
              </a:rPr>
              <a:t>ข้อดี: ใช้ระบบเดียวกับที่ไอทีคุ้นเคย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4754880"/>
            <a:ext cx="3200400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D95323"/>
                </a:solidFill>
                <a:latin typeface="Tahoma"/>
              </a:rPr>
              <a:t>ข้อเสีย: ต้องทำล็อกอิน realtime หลังบ้านใหม่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D95323"/>
                </a:solidFill>
                <a:latin typeface="Tahoma"/>
              </a:rPr>
              <a:t>ข้อเสีย: ใช้เวลาหลายเดือน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852160"/>
            <a:ext cx="1124712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ถ้าไอทียังไม่พร้อมดูแล Docker: ใช้ B ชั่วคราวไปก่อน แล้วค่อยย้ายเป็น 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150" b="1" i="0">
                <a:solidFill>
                  <a:srgbClr val="068734"/>
                </a:solidFill>
                <a:latin typeface="Tahoma"/>
              </a:rPr>
              <a:t>ถ้าย้ายเข้าบ้าน (ทางเลือก A) ต้องเตรียมอะไร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50" b="1" i="0">
                <a:solidFill>
                  <a:srgbClr val="068734"/>
                </a:solidFill>
                <a:latin typeface="Tahoma"/>
              </a:rPr>
              <a:t>ตัวเลขสเปกเป็นค่าเริ่มต้น — ไอทียืนยันจากเอกสาร Supabase อีกครั้ง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00200"/>
            <a:ext cx="2697480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2697480" cy="45720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269748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Tahoma"/>
              </a:rPr>
              <a:t>เครื่อง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2377440" cy="18288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068734"/>
                </a:solidFill>
                <a:latin typeface="Tahoma"/>
              </a:rPr>
              <a:t>•  ~4 vCPU · 8 GB RAM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068734"/>
                </a:solidFill>
                <a:latin typeface="Tahoma"/>
              </a:rPr>
              <a:t>•  ดิสก์ 100 GB (เผื่อโต)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068734"/>
                </a:solidFill>
                <a:latin typeface="Tahoma"/>
              </a:rPr>
              <a:t>•  รัน Docker ได้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600200"/>
            <a:ext cx="2697480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600200"/>
            <a:ext cx="2697480" cy="45720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1600200"/>
            <a:ext cx="269748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Tahoma"/>
              </a:rPr>
              <a:t>เน็ตออก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194560"/>
            <a:ext cx="2377440" cy="18288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068734"/>
                </a:solidFill>
                <a:latin typeface="Tahoma"/>
              </a:rPr>
              <a:t>•  Telegram API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068734"/>
                </a:solidFill>
                <a:latin typeface="Tahoma"/>
              </a:rPr>
              <a:t>•  push service Google / Apple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068734"/>
                </a:solidFill>
                <a:latin typeface="Tahoma"/>
              </a:rPr>
              <a:t>•  GitHub (ดึงโค้ดไป build)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600200"/>
            <a:ext cx="2697480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1600200"/>
            <a:ext cx="2697480" cy="45720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1600200"/>
            <a:ext cx="269748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Tahoma"/>
              </a:rPr>
              <a:t>เน็ตเข้า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194560"/>
            <a:ext cx="2377440" cy="18288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068734"/>
                </a:solidFill>
                <a:latin typeface="Tahoma"/>
              </a:rPr>
              <a:t>•  Telegram webhook ต้องมี HTTPS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068734"/>
                </a:solidFill>
                <a:latin typeface="Tahoma"/>
              </a:rPr>
              <a:t>•  ใช้จากมือถือนอกโรงงานไหม?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068734"/>
                </a:solidFill>
                <a:latin typeface="Tahoma"/>
              </a:rPr>
              <a:t>•  ต้องมีโดเมน + SSL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1600200"/>
            <a:ext cx="2697480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600200"/>
            <a:ext cx="2697480" cy="45720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1600200"/>
            <a:ext cx="269748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Tahoma"/>
              </a:rPr>
              <a:t>ดูแลต่อเนื่อง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194560"/>
            <a:ext cx="2377440" cy="18288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068734"/>
                </a:solidFill>
                <a:latin typeface="Tahoma"/>
              </a:rPr>
              <a:t>•  pg_dump รายวัน + backup ไฟล์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068734"/>
                </a:solidFill>
                <a:latin typeface="Tahoma"/>
              </a:rPr>
              <a:t>•  อัปเดต Supabase เป็นระยะ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068734"/>
                </a:solidFill>
                <a:latin typeface="Tahoma"/>
              </a:rPr>
              <a:t>•  deploy อัตโนมัติเมื่อโค้ดใหม่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43400"/>
            <a:ext cx="1129284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43400"/>
            <a:ext cx="128016" cy="1508760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434840"/>
            <a:ext cx="10789920" cy="1371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95323"/>
                </a:solidFill>
                <a:latin typeface="Tahoma"/>
              </a:rPr>
              <a:t>ความปลอดภัย — บอกตรงๆ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0D3D14"/>
                </a:solidFill>
                <a:latin typeface="Tahoma"/>
              </a:rPr>
              <a:t>ฐานข้อมูล DR ตอนนี้หน้าเว็บเข้าด้วยกุญแจสาธารณะ (anon key) ยังไม่ผูกกับการล็อกอิน — เป็นจุดอ่อนที่รู้อยู่และมีแผนแก้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0D3D14"/>
                </a:solidFill>
                <a:latin typeface="Tahoma"/>
              </a:rPr>
              <a:t>ถ้าย้ายเข้าวงในบริษัทและไม่เปิดออกอินเทอร์เน็ต ความเสี่ยงข้อนี้ลดลงมาก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ขอคำตอบจากไอที + ขั้นต่อไป</a:t>
            </a:r>
          </a:p>
        </p:txBody>
      </p:sp>
      <p:pic>
        <p:nvPicPr>
          <p:cNvPr id="3" name="Picture 2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6675120" cy="4434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63093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0D3D14"/>
                </a:solidFill>
                <a:latin typeface="Tahoma"/>
              </a:rPr>
              <a:t>คำถามถึงไอที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112264"/>
            <a:ext cx="384048" cy="384048"/>
          </a:xfrm>
          <a:prstGeom prst="ellipse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12264"/>
            <a:ext cx="38404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057400"/>
            <a:ext cx="576072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0D3D14"/>
                </a:solidFill>
                <a:latin typeface="Tahoma"/>
              </a:rPr>
              <a:t>มีเครื่องที่รัน Docker ได้ไหม / ใช้ VM ตัวไหน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734056"/>
            <a:ext cx="384048" cy="384048"/>
          </a:xfrm>
          <a:prstGeom prst="ellipse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734056"/>
            <a:ext cx="38404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679192"/>
            <a:ext cx="576072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0D3D14"/>
                </a:solidFill>
                <a:latin typeface="Tahoma"/>
              </a:rPr>
              <a:t>ใช้เฉพาะในโรงงาน หรือต้องเข้าจากมือถือนอกบริษัทด้วย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355848"/>
            <a:ext cx="384048" cy="384048"/>
          </a:xfrm>
          <a:prstGeom prst="ellipse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55848"/>
            <a:ext cx="38404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300984"/>
            <a:ext cx="576072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0D3D14"/>
                </a:solidFill>
                <a:latin typeface="Tahoma"/>
              </a:rPr>
              <a:t>มีโดเมนบริษัทให้ใช้ไหม · ใครออกใบรับรอง SSL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3977639"/>
            <a:ext cx="384048" cy="384048"/>
          </a:xfrm>
          <a:prstGeom prst="ellipse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977639"/>
            <a:ext cx="38404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922776"/>
            <a:ext cx="576072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0D3D14"/>
                </a:solidFill>
                <a:latin typeface="Tahoma"/>
              </a:rPr>
              <a:t>นโยบาย backup / เก็บข้อมูลของบริษัท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4599432"/>
            <a:ext cx="384048" cy="384048"/>
          </a:xfrm>
          <a:prstGeom prst="ellipse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599432"/>
            <a:ext cx="38404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544568"/>
            <a:ext cx="576072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0D3D14"/>
                </a:solidFill>
                <a:latin typeface="Tahoma"/>
              </a:rPr>
              <a:t>ใครเป็นผู้ดูแลเครื่อง · ใครได้สิทธิ์ admin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5221224"/>
            <a:ext cx="384048" cy="384048"/>
          </a:xfrm>
          <a:prstGeom prst="ellipse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221224"/>
            <a:ext cx="38404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166360"/>
            <a:ext cx="576072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0D3D14"/>
                </a:solidFill>
                <a:latin typeface="Tahoma"/>
              </a:rPr>
              <a:t>เครื่องในบริษัทออกไป Telegram / push มือถือได้ไหม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1463040"/>
            <a:ext cx="4389120" cy="237744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0" y="1554480"/>
            <a:ext cx="4023360" cy="22402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D3D14"/>
                </a:solidFill>
                <a:latin typeface="Tahoma"/>
              </a:rPr>
              <a:t>ขั้นต่อไป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068734"/>
                </a:solidFill>
                <a:latin typeface="Tahoma"/>
              </a:rPr>
              <a:t>•  ไอทีเลือกทาง A / B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068734"/>
                </a:solidFill>
                <a:latin typeface="Tahoma"/>
              </a:rPr>
              <a:t>•  ทำแผนย้ายทีละขั้น + วิธีย้อนกลับ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068734"/>
                </a:solidFill>
                <a:latin typeface="Tahoma"/>
              </a:rPr>
              <a:t>•  ทดลองคู่ขนานก่อนสลับจริง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068734"/>
                </a:solidFill>
                <a:latin typeface="Tahoma"/>
              </a:rPr>
              <a:t>•  ย้ายจริง หลัง roadshow ปลาย ต.ค.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60920" y="4023360"/>
            <a:ext cx="4389120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89520" y="4114800"/>
            <a:ext cx="4023360" cy="17373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D95323"/>
                </a:solidFill>
                <a:latin typeface="Tahoma"/>
              </a:rPr>
              <a:t>ยังไม่รับปาก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0D3D14"/>
                </a:solidFill>
                <a:latin typeface="Tahoma"/>
              </a:rPr>
              <a:t>•  วันย้ายเสร็จ — รอไอทีประเมิน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0D3D14"/>
                </a:solidFill>
                <a:latin typeface="Tahoma"/>
              </a:rPr>
              <a:t>•  ย้ายแล้ว 'ไม่ต้องแก้อะไรเลย'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0D3D14"/>
                </a:solidFill>
                <a:latin typeface="Tahoma"/>
              </a:rPr>
              <a:t>•  ค่าใช้จ่าย — ขึ้นกับเครื่องที่มี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