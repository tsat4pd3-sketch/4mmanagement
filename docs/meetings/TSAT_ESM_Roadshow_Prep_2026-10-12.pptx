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เปิดประชุม: Roadshow ปลายเดือนนี้ GM ทุกโรงในกลุ่มจะมาดู แต่ละส่วนงานต้องเล่า workflow งานของตัวเองบน ESM ส่วนงานละ 3 นาที วันนี้จะตกลงกันว่าใครเล่าอะไร เปิดจอไหน และส่งงานเมื่อไหร่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คุมเวลาให้ได้ ช่วงไล่ทีละส่วนงานให้แต่ละส่วนงานพูดไม่เกิน 3 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ย้ำว่าวันนี้ไม่ได้ซ้อม แค่ตกลงว่าใครเล่าอะไร ซ้อมจริงคือ 19–22 ต.ค.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วันส่งร่าง 16 ต.ค. เป็นวันที่เสนอ ตกลงกันในห้องได้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ช่วงเดโม (กรอบส้ม) ใช้เวลาครึ่งหนึ่ง ต้องเปิดจอจริงไม่ใช่รูปบนสไลด์ · เลือก workflow ที่ส่งต่อแผนกอื่นได้ชัดที่สุด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เปิดจอ /mtn-repair ให้เห็นใบ MO ที่ต่อจาก downtime จริง · ถ้าถูกถามเรื่องคิวรอ QA ให้ตอบตรงๆ ว่ากำลังเคลียร์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ให้แต่ละส่วนงานยืนยัน workflow และจอเดโมของตัวเอง ถ้าจะเปลี่ยน บอกในห้องเลย · สถานะ: เขียว = ใช้ทุกวัน · เหลือง = กำลังขยาย · ส้ม = ระบบพร้อมแต่ข้อมูลยังน้อย (พูดว่า 'ระบบรองรับ')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ให้แต่ละส่วนงานยืนยัน workflow และจอเดโมของตัวเอง ถ้าจะเปลี่ยน บอกในห้องเลย · สถานะ: เขียว = ใช้ทุกวัน · เหลือง = กำลังขยาย · ส้ม = ระบบพร้อมแต่ข้อมูลยังน้อย (พูดว่า 'ระบบรองรับ')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จอที่ห้ามเปิดเป็นจอที่ยังไม่มีข้อมูลจริง เปิดแล้วจะเห็นว่าว่าง · /group-overview เปิดได้แต่ต้องบอกว่าเป็นตัวอย่างจอ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ปิดประชุมด้วยการทวนชื่อผู้นำเสนอทุกส่วนงาน และวันที่จะส่งงาน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"/>
            <a:ext cx="1143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17904"/>
            <a:ext cx="11091672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550" b="1" i="0">
                <a:solidFill>
                  <a:srgbClr val="068734"/>
                </a:solidFill>
                <a:latin typeface="Tahoma"/>
              </a:rPr>
              <a:t>ประชุมเตรียมความพร้อม ESM Roadshow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16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95323"/>
                </a:solidFill>
                <a:latin typeface="Tahoma"/>
              </a:rPr>
              <a:t>ทุกส่วนงานนำเสนอ workflow งานของตัวเอง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70048"/>
            <a:ext cx="8531352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12 ตุลาคม 2569 · 15:00–16:00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TSAT · 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959352"/>
            <a:ext cx="578815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068734"/>
                </a:solidFill>
                <a:latin typeface="Tahoma"/>
              </a:rPr>
              <a:t>คำประกาศคุณภาพของฉัน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43484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“I will not accept, produce and deliver non-quality work”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4632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“ผมจะไม่รับ, ไม่ทำและไม่ส่งมอบงานที่ไม่มีคุณภาพ”</a:t>
            </a:r>
          </a:p>
        </p:txBody>
      </p:sp>
      <p:pic>
        <p:nvPicPr>
          <p:cNvPr id="9" name="Picture 8" descr="title_a.jpg"/>
          <p:cNvPicPr>
            <a:picLocks noChangeAspect="1"/>
          </p:cNvPicPr>
          <p:nvPr/>
        </p:nvPicPr>
        <p:blipFill>
          <a:blip r:embed="rId3"/>
          <a:srcRect l="118" r="118"/>
          <a:stretch>
            <a:fillRect/>
          </a:stretch>
        </p:blipFill>
        <p:spPr>
          <a:xfrm>
            <a:off x="4434840" y="5577840"/>
            <a:ext cx="1920240" cy="1161288"/>
          </a:xfrm>
          <a:prstGeom prst="rect">
            <a:avLst/>
          </a:prstGeom>
        </p:spPr>
      </p:pic>
      <p:pic>
        <p:nvPicPr>
          <p:cNvPr id="10" name="Picture 9" descr="title_b.jpg"/>
          <p:cNvPicPr>
            <a:picLocks noChangeAspect="1"/>
          </p:cNvPicPr>
          <p:nvPr/>
        </p:nvPicPr>
        <p:blipFill>
          <a:blip r:embed="rId4"/>
          <a:srcRect l="4710" r="4710"/>
          <a:stretch>
            <a:fillRect/>
          </a:stretch>
        </p:blipFill>
        <p:spPr>
          <a:xfrm>
            <a:off x="6473952" y="5577840"/>
            <a:ext cx="1856231" cy="1152144"/>
          </a:xfrm>
          <a:prstGeom prst="rect">
            <a:avLst/>
          </a:prstGeom>
        </p:spPr>
      </p:pic>
      <p:pic>
        <p:nvPicPr>
          <p:cNvPr id="11" name="Picture 10" descr="title_c.jpg"/>
          <p:cNvPicPr>
            <a:picLocks noChangeAspect="1"/>
          </p:cNvPicPr>
          <p:nvPr/>
        </p:nvPicPr>
        <p:blipFill>
          <a:blip r:embed="rId5"/>
          <a:srcRect l="15297" r="15297"/>
          <a:stretch>
            <a:fillRect/>
          </a:stretch>
        </p:blipFill>
        <p:spPr>
          <a:xfrm>
            <a:off x="8439912" y="5550408"/>
            <a:ext cx="1847088" cy="1188720"/>
          </a:xfrm>
          <a:prstGeom prst="rect">
            <a:avLst/>
          </a:prstGeom>
        </p:spPr>
      </p:pic>
      <p:pic>
        <p:nvPicPr>
          <p:cNvPr id="12" name="Picture 11" descr="title_d.jpg"/>
          <p:cNvPicPr>
            <a:picLocks noChangeAspect="1"/>
          </p:cNvPicPr>
          <p:nvPr/>
        </p:nvPicPr>
        <p:blipFill>
          <a:blip r:embed="rId6"/>
          <a:srcRect t="8086" b="8086"/>
          <a:stretch>
            <a:fillRect/>
          </a:stretch>
        </p:blipFill>
        <p:spPr>
          <a:xfrm>
            <a:off x="10405872" y="5577840"/>
            <a:ext cx="1847088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ประชุมเตรียมความพร้อม ESM Roadshow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วาระ 60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1764792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1.   15:00  เป้า roadshow และไทม์ไลน์ถึงวันงาน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148840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ใครมาชม · วันไหน · ต้องพร้อมอะไรเมื่อไหร่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6464" y="2606040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2.   15:05  โครงนำเสนอ 3 นาที + ตัวอย่าง 1 ส่วนงาน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990088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ซ่อมบำรุงเป็นตัวอย่าง เพราะตัวเลขชัดที่สุด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3447288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3.   15:15  ไล่ทีละส่วนงาน (10 ส่วนงาน)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831336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ยืนยัน workflow ที่จะเล่า · จอเดโม · ส่งต่อใคร · ตัวเลข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4288536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4.   15:45  กติกาการพูด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672584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ตัวเลขต้องมาจากระบบ · จอที่ห้ามเปิด · ไม่พูดตัวเลขเงินบาท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129784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5.   15:55  มอบหมายงาน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5513832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ผู้นำเสนอ · วันส่งร่าง · วันซ้อม · เรื่องที่ต้องตัดสิน</a:t>
            </a:r>
          </a:p>
        </p:txBody>
      </p:sp>
      <p:pic>
        <p:nvPicPr>
          <p:cNvPr id="14" name="Picture 1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สิ่งที่ต้องได้ก่อนเลิกประชุม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3 ข้อ · ออกจากห้องแล้วทุกส่วนงานต้องรู้ว่าทำอะไรต่อ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6576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28016" cy="292608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320040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D95323"/>
                </a:solidFill>
                <a:latin typeface="Tahom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20040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D3D14"/>
                </a:solidFill>
                <a:latin typeface="Tahoma"/>
              </a:rPr>
              <a:t>ทุกส่วนงานรู้ว่าต้องเล่าอะไร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3200400" cy="1005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workflow ไหน · เปิดจอไหน · ใช้ตัวเลขไหน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ตามตารางรายส่วนงาน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91640"/>
            <a:ext cx="36576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128016" cy="292608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320040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D95323"/>
                </a:solidFill>
                <a:latin typeface="Tahom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320040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D3D14"/>
                </a:solidFill>
                <a:latin typeface="Tahoma"/>
              </a:rPr>
              <a:t>ใช้โครงเดียวกัน 3 นาที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20440"/>
            <a:ext cx="3200400" cy="1005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5 ช่วงเท่ากันทุกส่วนงาน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ผู้บริหารเทียบกันได้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91640"/>
            <a:ext cx="36576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91640"/>
            <a:ext cx="128016" cy="292608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874519"/>
            <a:ext cx="320040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D95323"/>
                </a:solidFill>
                <a:latin typeface="Tahom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06040"/>
            <a:ext cx="320040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D3D14"/>
                </a:solidFill>
                <a:latin typeface="Tahoma"/>
              </a:rPr>
              <a:t>ได้ชื่อผู้นำเสนอ + วันส่งงาน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520440"/>
            <a:ext cx="3200400" cy="1005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ทุกส่วนงานมีเจ้าของ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รู้วันซ้อม 19–22 ต.ค.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92040"/>
            <a:ext cx="11274552" cy="914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92040"/>
            <a:ext cx="1088136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ผู้ชม: </a:t>
            </a:r>
            <a:r>
              <a:rPr sz="1500" b="0" i="0">
                <a:solidFill>
                  <a:srgbClr val="068734"/>
                </a:solidFill>
                <a:latin typeface="Tahoma"/>
              </a:rPr>
              <a:t>GM ทุกโรงงานในกลุ่ม TSG  ·  </a:t>
            </a:r>
            <a:r>
              <a:rPr sz="1500" b="1" i="0">
                <a:solidFill>
                  <a:srgbClr val="0D3D14"/>
                </a:solidFill>
                <a:latin typeface="Tahoma"/>
              </a:rPr>
              <a:t>วันงาน: </a:t>
            </a:r>
            <a:r>
              <a:rPr sz="1500" b="0" i="0">
                <a:solidFill>
                  <a:srgbClr val="068734"/>
                </a:solidFill>
                <a:latin typeface="Tahoma"/>
              </a:rPr>
              <a:t>สัปดาห์ 26–30 ต.ค. (วันจริงยังไม่ล็อก)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ไทม์ไลน์ถึงวันงาน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เหลือ 2 สัปดาห์ทำงาน ก่อน freeze โปรแกรม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457200" y="1828800"/>
            <a:ext cx="2364638" cy="1005840"/>
          </a:xfrm>
          <a:prstGeom prst="homePlat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843430" cy="10058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12 ต.ค.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Tahoma"/>
              </a:rPr>
              <a:t>วันนี้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207203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kickoff มอบหมายผู้นำเสนอ</a:t>
            </a:r>
          </a:p>
        </p:txBody>
      </p:sp>
      <p:sp>
        <p:nvSpPr>
          <p:cNvPr id="10" name="Chevron 9"/>
          <p:cNvSpPr/>
          <p:nvPr/>
        </p:nvSpPr>
        <p:spPr>
          <a:xfrm>
            <a:off x="2712110" y="1828800"/>
            <a:ext cx="2364638" cy="100584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2150" y="1828800"/>
            <a:ext cx="1843430" cy="10058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16 ต.ค.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Tahoma"/>
              </a:rPr>
              <a:t>(เสนอ)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3550" y="3063240"/>
            <a:ext cx="207203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ส่งร่าง workflow + กรอก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"ก่อน ESM ใช้กี่นาที/วัน"</a:t>
            </a:r>
          </a:p>
        </p:txBody>
      </p:sp>
      <p:sp>
        <p:nvSpPr>
          <p:cNvPr id="13" name="Chevron 12"/>
          <p:cNvSpPr/>
          <p:nvPr/>
        </p:nvSpPr>
        <p:spPr>
          <a:xfrm>
            <a:off x="4967020" y="1828800"/>
            <a:ext cx="2364638" cy="1005840"/>
          </a:xfrm>
          <a:prstGeom prst="chevron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7060" y="1828800"/>
            <a:ext cx="1843430" cy="10058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19–22 ต.ค.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Tahoma"/>
              </a:rPr>
              <a:t>ซ้อม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8460" y="3063240"/>
            <a:ext cx="207203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รายส่วนงาน 3 นาที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บนจอและเน็ตจริง (23 หยุด)</a:t>
            </a:r>
          </a:p>
        </p:txBody>
      </p:sp>
      <p:sp>
        <p:nvSpPr>
          <p:cNvPr id="16" name="Chevron 15"/>
          <p:cNvSpPr/>
          <p:nvPr/>
        </p:nvSpPr>
        <p:spPr>
          <a:xfrm>
            <a:off x="7221931" y="1828800"/>
            <a:ext cx="2364638" cy="100584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1971" y="1828800"/>
            <a:ext cx="1843430" cy="10058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26 ต.ค.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Tahoma"/>
              </a:rPr>
              <a:t>Freeze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3371" y="3063240"/>
            <a:ext cx="207203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แก้ได้เฉพาะจอเดโมที่พัง</a:t>
            </a:r>
          </a:p>
        </p:txBody>
      </p:sp>
      <p:sp>
        <p:nvSpPr>
          <p:cNvPr id="19" name="Chevron 18"/>
          <p:cNvSpPr/>
          <p:nvPr/>
        </p:nvSpPr>
        <p:spPr>
          <a:xfrm>
            <a:off x="9476841" y="1828800"/>
            <a:ext cx="2364638" cy="1005840"/>
          </a:xfrm>
          <a:prstGeom prst="chevron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96881" y="1828800"/>
            <a:ext cx="1843430" cy="10058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26–30 ต.ค.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Tahoma"/>
              </a:rPr>
              <a:t>Roadshow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8281" y="3063240"/>
            <a:ext cx="207203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เช้าวันงานวัดตัวเลขใหม่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11274552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572000"/>
            <a:ext cx="10881360" cy="10972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5323"/>
                </a:solidFill>
                <a:latin typeface="Tahoma"/>
              </a:rPr>
              <a:t>ตั้งแต่ 26 ต.ค. ไม่เพิ่มฟีเจอร์ใหม่ </a:t>
            </a:r>
            <a:r>
              <a:rPr sz="1400" b="0" i="0">
                <a:solidFill>
                  <a:srgbClr val="068734"/>
                </a:solidFill>
                <a:latin typeface="Tahoma"/>
              </a:rPr>
              <a:t>— ถ้าจออะไรยังไม่พร้อม ให้แจ้งก่อน 22 ต.ค. หลังจากนั้นแก้ได้เฉพาะจอที่พังระหว่างเดโม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โครงนำเสนอ 3 นาที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ใช้เหมือนกันทุกส่วนงาน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16347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463040" cy="384048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4630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0:00–0:30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179771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งานของเรา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797710" cy="21945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หน้าที่ส่วนงาน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รับงานจากใคร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ส่งต่อให้ใคร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7830" y="1645920"/>
            <a:ext cx="216347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40710" y="1828800"/>
            <a:ext cx="1463040" cy="384048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0710" y="1828800"/>
            <a:ext cx="14630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0:30–1:00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0710" y="2423160"/>
            <a:ext cx="179771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เมื่อก่อน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0710" y="3291840"/>
            <a:ext cx="1797710" cy="21945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กระดาษ / Excel / LINE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ใช้เวลากี่นาทีต่อวัน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2740" y="1645920"/>
            <a:ext cx="216347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5323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95620" y="1828800"/>
            <a:ext cx="1463040" cy="384048"/>
          </a:xfrm>
          <a:prstGeom prst="round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5620" y="1828800"/>
            <a:ext cx="14630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1:00–2:00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5620" y="2423160"/>
            <a:ext cx="179771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95323"/>
                </a:solidFill>
                <a:latin typeface="Tahoma"/>
              </a:rPr>
              <a:t>Workflow บน ESM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5620" y="3291840"/>
            <a:ext cx="1797710" cy="21945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เปิดจอจริง 1 จอ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เดินให้ดูตั้งแต่ต้น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จนส่งต่อแผนกอื่น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7651" y="1645920"/>
            <a:ext cx="216347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50531" y="1828800"/>
            <a:ext cx="1463040" cy="384048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0531" y="1828800"/>
            <a:ext cx="14630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2:00–2:30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0531" y="2423160"/>
            <a:ext cx="179771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ตัวเลขที่ดีขึ้น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291840"/>
            <a:ext cx="1797710" cy="21945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1–2 ตัว จากระบบ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พร้อมวันที่วัด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2561" y="1645920"/>
            <a:ext cx="216347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05441" y="1828800"/>
            <a:ext cx="1463040" cy="384048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5441" y="1828800"/>
            <a:ext cx="14630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2:30–3:00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5441" y="2423160"/>
            <a:ext cx="179771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ยังขาดอะไร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5441" y="3291840"/>
            <a:ext cx="1797710" cy="21945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บอกตรงๆ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+ เป้าเดือนหน้า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ตัวอย่าง: ซ่อมบำรุงเล่าตามโครง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ส่วนงานอื่นทำแบบเดียวกันนี้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377440" cy="713232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37744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งานของเรา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645920"/>
            <a:ext cx="875995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645920"/>
            <a:ext cx="841248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ซ่อมเครื่องเมื่อไลน์หยุด · รับเรียกจากผลิต · ส่ง QA ตรวจหลังซ่อม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87168"/>
            <a:ext cx="2377440" cy="713232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237744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เมื่อก่อน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487168"/>
            <a:ext cx="875995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487168"/>
            <a:ext cx="841248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ไลน์ต้องเดินหรือโทรตามช่าง · ใบแจ้งซ่อมกระดาษ FM-MTN-006 / FM-JIG-008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28416"/>
            <a:ext cx="2377440" cy="713232"/>
          </a:xfrm>
          <a:prstGeom prst="round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28416"/>
            <a:ext cx="237744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Workflow บน ESM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328416"/>
            <a:ext cx="875995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328416"/>
            <a:ext cx="841248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ไลน์กดเรียกช่างเลือกทีม → เด้งมือถือทีมนั้น → เปิดใบ MO ต่อจากเครื่องหยุด → ซ่อม → QA ตรวจ → ปิดใบ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69664"/>
            <a:ext cx="2377440" cy="713232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9664"/>
            <a:ext cx="237744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ตัวเลข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4169664"/>
            <a:ext cx="875995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4169664"/>
            <a:ext cx="841248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เรียกช่างถึงรับเรื่อง P80: 529 → 30 นาที · ซ่อมเสร็จ P80: 7.9 → 0.9 ชม. (ส.ค. → ก.ย.)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10912"/>
            <a:ext cx="2377440" cy="713232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10912"/>
            <a:ext cx="237744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ยังขาด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5010912"/>
            <a:ext cx="875995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5010912"/>
            <a:ext cx="841248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ใบ MO ค้างรอ QA ตรวจ 205 ใบ · เป้าเดือนหน้า: เคลียร์คิวรอ 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70448"/>
            <a:ext cx="112471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55555"/>
                </a:solidFill>
                <a:latin typeface="Tahoma"/>
              </a:rPr>
              <a:t>ตัวเลขวัดจากฐานข้อมูล ESM · 6 ต.ค. 2569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ส่วนงานละ workflow เดียว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เลือก workflow ที่ส่งต่อแผนกอื่นได้ชัดที่สุด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73736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1591056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ส่วนงาน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572768"/>
            <a:ext cx="324612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2" y="1572768"/>
            <a:ext cx="3099815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Workflow ที่จะเล่า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79" y="1572768"/>
            <a:ext cx="182880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1" y="1572768"/>
            <a:ext cx="1682496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จอเดโม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79" y="1572768"/>
            <a:ext cx="228600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1572768"/>
            <a:ext cx="2139696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ตัวเลขที่ใช้ได้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1572768"/>
            <a:ext cx="2176272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8632" y="1572768"/>
            <a:ext cx="2029967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ต้องระวัง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75104"/>
            <a:ext cx="112745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029968"/>
            <a:ext cx="1591056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ฝ่ายผลิต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32304"/>
            <a:ext cx="1234440" cy="274320"/>
          </a:xfrm>
          <a:prstGeom prst="round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32304"/>
            <a:ext cx="12344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ใช้ทุกวัน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2011680"/>
            <a:ext cx="3099815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เปิดกะ → สแกนคัมบัง → ลงเครื่องหยุด/ของเสีย → เรียกช่าง → ปิดกะ OEE ล็อก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1" y="2011680"/>
            <a:ext cx="16824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/daily-report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2011680"/>
            <a:ext cx="21396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รายงานกะ 505/เดือน · กะมี OEE ตอนปิด 70→96%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011680"/>
            <a:ext cx="2029967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PD1/PD2 ลงไม่ทุกวัน เลือกไลน์ที่ลงครบมาเดโม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98064"/>
            <a:ext cx="11274552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852928"/>
            <a:ext cx="1591056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ซ่อมบำรุง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55264"/>
            <a:ext cx="1234440" cy="274320"/>
          </a:xfrm>
          <a:prstGeom prst="round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55264"/>
            <a:ext cx="12344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ใช้ทุกวัน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2834640"/>
            <a:ext cx="3099815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รับเรียก → เปิด MO ต่อจากเครื่องหยุด → ซ่อม → QA ตรวจ → ปิดใบ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3831" y="2834640"/>
            <a:ext cx="16824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/mtn-repair · Andon ช่าง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2834640"/>
            <a:ext cx="21396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รับเรื่อง 529→30 นาที · ซ่อมเสร็จ 7.9→0.9 ชม.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2834640"/>
            <a:ext cx="2029967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MO รอ QA 205 ใบ ตอบตรงๆ ถ้าถูกถาม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21024"/>
            <a:ext cx="112745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675887"/>
            <a:ext cx="1591056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JIG / DIE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078224"/>
            <a:ext cx="1234440" cy="274320"/>
          </a:xfrm>
          <a:prstGeom prst="round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078224"/>
            <a:ext cx="12344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ข้อมูลน้อย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7712" y="3657600"/>
            <a:ext cx="3099815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เรียกช่างแยกทีม → เด้งเฉพาะทีมที่ถูกเรียก → MO ของทีม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3831" y="3657600"/>
            <a:ext cx="16824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/mtn-repair กรองทีม JIG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631" y="3657600"/>
            <a:ext cx="21396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เดิมเรียกทั้ง 13 คน ตอนนี้เด้งเฉพาะทีม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8632" y="3657600"/>
            <a:ext cx="2029967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ผังแม่พิมพ์เปิดได้เมื่อวางหมุดแล้ว · ห้ามเปิดจอชิม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43984"/>
            <a:ext cx="11274552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498848"/>
            <a:ext cx="1591056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01184"/>
            <a:ext cx="1234440" cy="274320"/>
          </a:xfrm>
          <a:prstGeom prst="round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901184"/>
            <a:ext cx="12344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ข้อมูลน้อย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67712" y="4480560"/>
            <a:ext cx="3099815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ถังเหลือง/แดงจากไลน์ → QA ตัดสิน → ใบรายงานของเสีย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3831" y="4480560"/>
            <a:ext cx="16824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/qa แท็บถัง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2631" y="4480560"/>
            <a:ext cx="21396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— (ตัดสินถังยัง 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632" y="4480560"/>
            <a:ext cx="2029967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ตัดสินถังแดง 33 ใบให้เสร็จก่อนซ้อม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266944"/>
            <a:ext cx="112745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5321808"/>
            <a:ext cx="1591056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สโตร์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724144"/>
            <a:ext cx="1234440" cy="274320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724144"/>
            <a:ext cx="12344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กำลังขยาย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67712" y="5303520"/>
            <a:ext cx="3099815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ไลน์ขอเติม → หยิบ สแกนชิ้น + QR จุดส่ง → ไลน์ยืนยันรับ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13831" y="5303520"/>
            <a:ext cx="16824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/heijunka คิวเติม WIP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42631" y="5303520"/>
            <a:ext cx="21396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เดิมรับคำขอผ่าน LINE กลุ่ม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28632" y="5303520"/>
            <a:ext cx="2029967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รับเข้าคลังยังช้า ~73 ชม. · ห้ามพูดว่ามีสแกน 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ส่วนงานละ workflow เดียว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เลือก workflow ที่ส่งต่อแผนกอื่นได้ชัดที่สุด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73736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1591056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ส่วนงาน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572768"/>
            <a:ext cx="324612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2" y="1572768"/>
            <a:ext cx="3099815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Workflow ที่จะเล่า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79" y="1572768"/>
            <a:ext cx="182880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1" y="1572768"/>
            <a:ext cx="1682496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จอเดโม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79" y="1572768"/>
            <a:ext cx="228600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1572768"/>
            <a:ext cx="2139696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ตัวเลขที่ใช้ได้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1572768"/>
            <a:ext cx="2176272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8632" y="1572768"/>
            <a:ext cx="2029967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ต้องระวัง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75104"/>
            <a:ext cx="112745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029968"/>
            <a:ext cx="1591056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Logistic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32304"/>
            <a:ext cx="1234440" cy="274320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32304"/>
            <a:ext cx="12344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กำลังขยาย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2011680"/>
            <a:ext cx="3099815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เมล EDI เข้าคิวเอง → นำเข้า → นับถอยหลังรอบส่ง → ส่ง ตัดสต็อก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1" y="2011680"/>
            <a:ext cx="16824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/planner-sales 📬 → /customer-demand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2011680"/>
            <a:ext cx="21396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ส่งตรงเวลา ส.ค. 91% · ต.ค. 87%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011680"/>
            <a:ext cx="2029967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ก.ย. ตก 72% เตรียมเหตุผล · เลิกบัญชีร่วม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98064"/>
            <a:ext cx="11274552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852928"/>
            <a:ext cx="1591056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วางแผน / ขาย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55264"/>
            <a:ext cx="1234440" cy="274320"/>
          </a:xfrm>
          <a:prstGeom prst="round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55264"/>
            <a:ext cx="12344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ข้อมูลน้อย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2834640"/>
            <a:ext cx="3099815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บอร์ด Monitoring แทน Excel 13 ชีท · แผนผลิตบอกกะ/OT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3831" y="2834640"/>
            <a:ext cx="16824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/monitoring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2834640"/>
            <a:ext cx="21396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Excel 13 ชีททำมือ → บอร์ดในระบบ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2834640"/>
            <a:ext cx="2029967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แผนผลิต/คัมบังยังไม่มีคนใช้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21024"/>
            <a:ext cx="112745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675887"/>
            <a:ext cx="1591056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078224"/>
            <a:ext cx="1234440" cy="274320"/>
          </a:xfrm>
          <a:prstGeom prst="round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078224"/>
            <a:ext cx="12344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ข้อมูลน้อย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7712" y="3657600"/>
            <a:ext cx="3099815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PFC · PFMEA · Control Plan ข้อมูลชุดเดียว แก้ที่เดียวตรงกัน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3831" y="3657600"/>
            <a:ext cx="16824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/pe-docs ชุด P703 สาย 060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631" y="3657600"/>
            <a:ext cx="21396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 ไฟล์ Excel ต่อพาร์ท → ชุดเดียว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8632" y="3657600"/>
            <a:ext cx="2029967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เอกสารลงล่าสุด ส.ค.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43984"/>
            <a:ext cx="11274552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498848"/>
            <a:ext cx="1591056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HR / ธุรการ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01184"/>
            <a:ext cx="1234440" cy="274320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901184"/>
            <a:ext cx="12344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กำลังขยาย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67712" y="4480560"/>
            <a:ext cx="3099815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ใบอบรม OJT เซ็นบนจอ → พิมพ์ FM-HRM-004 · ปฏิทินบริษัท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3831" y="4480560"/>
            <a:ext cx="16824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/ojt-training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2631" y="4480560"/>
            <a:ext cx="21396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ใบ OJT ส.ค. 12 · ก.ย.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632" y="4480560"/>
            <a:ext cx="2029967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เช็คว่ามีใบเซ็นครบจริงก่อนเปิด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266944"/>
            <a:ext cx="112745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5321808"/>
            <a:ext cx="1591056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ผู้บริหาร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724144"/>
            <a:ext cx="1234440" cy="274320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724144"/>
            <a:ext cx="12344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กำลังขยาย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67712" y="5303520"/>
            <a:ext cx="3099815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ผังโรงงาน → TV → OBEYA KPI/SQDCM → สอบกลับใบผลิต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13831" y="5303520"/>
            <a:ext cx="16824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เส้นทางเดโมที่ล็อกไว้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42631" y="5303520"/>
            <a:ext cx="2139696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ผู้ใช้จริง 71 คนใน 30 วัน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28632" y="5303520"/>
            <a:ext cx="2029967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Action board ยัง 0 ตั้งจริง ≥5 รายการ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กติกาการพูด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ผู้บริหารจะถามต่อทุกตัวเลข — พูดเฉพาะที่ระบบยืนยันได้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5321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532120" cy="45720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5321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ต้องทำ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166359" cy="34290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ตัวเลขทุกตัวมาจากระบบ และบอกวันที่วัด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ระบบพร้อมแต่ยังใช้น้อย ให้พูดว่า "ระบบรองรับ"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เปิดจอจริง ไม่ใช้รูปหน้าจอแทน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ล็อกอินด้วยบัญชีของตัวเอง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เด็คใช้ธีม TSG Revision 01 เท่านั้น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45920"/>
            <a:ext cx="55321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45920"/>
            <a:ext cx="5532120" cy="45720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645920"/>
            <a:ext cx="55321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ห้ามทำ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40280"/>
            <a:ext cx="5166359" cy="34290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พูดว่า "ใช้เต็มแล้ว" ถ้ายังไม่ได้ใช้ทุกวัน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พูดตัวเลขเงินบาท (รอฝ่ายบัญชีคำนวณ)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พูดว่าต่อ SAP / SCADA แล้ว (เป็นแผนถัดไป)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เปิดจอ /improvements · 8D · NCR/CAPA · บันทึกชิม · /adoption-outlook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ใช้บัญชีร่วมของแผนก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มอบหมายงาน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ทุกส่วนงานส่งภายใน 16 ต.ค. · และ 3 เรื่องที่ต้องตัดสินวันนี้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5321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532120" cy="45720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5321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แต่ละส่วนงานส่ง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166359" cy="34290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ชื่อผู้นำเสนอ 1 คน + ตัวสำรอง 1 คน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เวลาที่ใช้ก่อน ESM (นาที/วัน) + ใบกระดาษที่เลิกใช้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ลำดับคลิกจอเดโม ลองบนเครื่องและเน็ตที่ห้องจริง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คำถามที่คาดว่าจะโดนถาม 2 ข้อ + คำตอบ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45920"/>
            <a:ext cx="55321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45920"/>
            <a:ext cx="5532120" cy="45720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645920"/>
            <a:ext cx="55321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ต้องตัดสินวันนี้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40280"/>
            <a:ext cx="5166359" cy="34290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วันและสถานที่ roadshow จริง + จอที่ใช้ (TV / โปรเจคเตอร์ · มีเน็ตไหม)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ลำดับนำเสนอ 10 ส่วนงาน + พิธีกรเดินเรื่อง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•  วันซ้อมของแต่ละส่วนงาน (19–22 ต.ค.) + คนคุมเครื่อง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79776"/>
            <a:ext cx="10552176" cy="6492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500" b="1" i="0">
                <a:solidFill>
                  <a:srgbClr val="068734"/>
                </a:solidFill>
                <a:latin typeface="Tahoma"/>
              </a:rPr>
              <a:t>Before We Build Parts, We Build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521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แต่ละส่วนงาน 3 นาที · เล่า workflow ของตัวเอง · เปิดจอจริง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5521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68734"/>
                </a:solidFill>
                <a:latin typeface="Tahoma"/>
              </a:rPr>
              <a:t>ขอบคุณ</a:t>
            </a:r>
          </a:p>
        </p:txBody>
      </p:sp>
      <p:pic>
        <p:nvPicPr>
          <p:cNvPr id="5" name="Picture 4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